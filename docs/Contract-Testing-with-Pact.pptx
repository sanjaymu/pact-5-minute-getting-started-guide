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the one-line pitch is that contract testing lets consumers and providers deploy independently without integration surprises.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consumer/consumer.spec.js in this repo. The consumer's own client code (fetchOrders) is exercised against the Pact mock server, and the pact file is written to ./pacts.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provider/provider.spec.js. Run the repo with npm run test:consumer then npm run test:provider.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822960"/>
            <a:ext cx="2377440" cy="2377440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675120" y="82296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" dirty="0"/>
          </a:p>
        </p:txBody>
      </p:sp>
      <p:sp>
        <p:nvSpPr>
          <p:cNvPr id="4" name="Shape 2"/>
          <p:cNvSpPr/>
          <p:nvPr/>
        </p:nvSpPr>
        <p:spPr>
          <a:xfrm>
            <a:off x="7498080" y="2377440"/>
            <a:ext cx="1645920" cy="1645920"/>
          </a:xfrm>
          <a:prstGeom prst="ellipse">
            <a:avLst/>
          </a:prstGeom>
          <a:solidFill>
            <a:srgbClr val="19B6A4"/>
          </a:solidFill>
          <a:ln w="12700">
            <a:solidFill>
              <a:srgbClr val="19B6A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0972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9B6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TESTING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08760"/>
            <a:ext cx="5943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 APIs without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breaking each other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38328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C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need contract testing, and how Pact makes it practical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services break at the seams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194560" cy="1188720"/>
          </a:xfrm>
          <a:prstGeom prst="roundRect">
            <a:avLst>
              <a:gd name="adj" fmla="val 9231"/>
            </a:avLst>
          </a:prstGeom>
          <a:solidFill>
            <a:srgbClr val="F4F3FA"/>
          </a:solidFill>
          <a:ln w="12700">
            <a:solidFill>
              <a:srgbClr val="F4F3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00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mobile / service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09360" y="1371600"/>
            <a:ext cx="2286000" cy="1188720"/>
          </a:xfrm>
          <a:prstGeom prst="roundRect">
            <a:avLst>
              <a:gd name="adj" fmla="val 9231"/>
            </a:avLst>
          </a:prstGeom>
          <a:solidFill>
            <a:srgbClr val="F4F3FA"/>
          </a:solidFill>
          <a:ln w="12700">
            <a:solidFill>
              <a:srgbClr val="F4F3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600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011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API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834640" y="1965960"/>
            <a:ext cx="3383280" cy="0"/>
          </a:xfrm>
          <a:prstGeom prst="line">
            <a:avLst/>
          </a:prstGeom>
          <a:noFill/>
          <a:ln w="38100">
            <a:solidFill>
              <a:srgbClr val="F26B6B"/>
            </a:solidFill>
            <a:prstDash val="dash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251960" y="1508760"/>
            <a:ext cx="548640" cy="548640"/>
          </a:xfrm>
          <a:prstGeom prst="ellipse">
            <a:avLst/>
          </a:prstGeom>
          <a:solidFill>
            <a:srgbClr val="F26B6B"/>
          </a:solidFill>
          <a:ln w="12700">
            <a:solidFill>
              <a:srgbClr val="F26B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25196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2834640" y="26974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renames a field, e.g. total → amount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F4F3FA"/>
          </a:solidFill>
          <a:ln w="12700">
            <a:solidFill>
              <a:srgbClr val="F4F3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4930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pass on both sides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91363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team's tests only check its own assumptions about the other.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91840" y="338328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F4F3FA"/>
          </a:solidFill>
          <a:ln w="12700">
            <a:solidFill>
              <a:srgbClr val="F4F3F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74720" y="34930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shows up late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474720" y="391363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Typically in a shared test environment, or worse, in production.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35040" y="338328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F4F3FA"/>
          </a:solidFill>
          <a:ln w="12700">
            <a:solidFill>
              <a:srgbClr val="F4F3F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17920" y="34930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find who is at fault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391363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spend days debugging across service boundaries.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end-to-end tests aren't enough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828800" cy="457200"/>
          </a:xfrm>
          <a:prstGeom prst="roundRect">
            <a:avLst>
              <a:gd name="adj" fmla="val 24000"/>
            </a:avLst>
          </a:prstGeom>
          <a:solidFill>
            <a:srgbClr val="F4F3FA"/>
          </a:solidFill>
          <a:ln w="12700">
            <a:solidFill>
              <a:srgbClr val="F4F3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468880" y="1280160"/>
            <a:ext cx="3108960" cy="457200"/>
          </a:xfrm>
          <a:prstGeom prst="roundRect">
            <a:avLst>
              <a:gd name="adj" fmla="val 24000"/>
            </a:avLst>
          </a:prstGeom>
          <a:solidFill>
            <a:srgbClr val="F26B6B"/>
          </a:solidFill>
          <a:ln w="12700">
            <a:solidFill>
              <a:srgbClr val="F26B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468880" y="1280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0" y="1280160"/>
            <a:ext cx="2926080" cy="457200"/>
          </a:xfrm>
          <a:prstGeom prst="roundRect">
            <a:avLst>
              <a:gd name="adj" fmla="val 24000"/>
            </a:avLst>
          </a:prstGeom>
          <a:solidFill>
            <a:srgbClr val="19B6A4"/>
          </a:solidFill>
          <a:ln w="12700">
            <a:solidFill>
              <a:srgbClr val="19B6A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0" y="12801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tests (Pact)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8046720" cy="493776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1828800"/>
            <a:ext cx="1645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1828800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Slow: full stack must be deployed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760720" y="1828800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Fast: runs like a unit test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395728"/>
            <a:ext cx="8046720" cy="493776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2395728"/>
            <a:ext cx="1645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560320" y="2395728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Flaky: network, data, environments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760720" y="2395728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Deterministic: no shared env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2962656"/>
            <a:ext cx="8046720" cy="493776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2962656"/>
            <a:ext cx="1645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2560320" y="2962656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merge, in a shared env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760720" y="2962656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every commit, in CI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529584"/>
            <a:ext cx="8046720" cy="493776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" y="3529584"/>
            <a:ext cx="1645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2560320" y="3529584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service broke?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760720" y="3529584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failing interaction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4096512"/>
            <a:ext cx="8046720" cy="493776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" y="4096512"/>
            <a:ext cx="1645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2560320" y="4096512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service adds a combinatorial explosion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760720" y="4096512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Linear: one contract per pair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contract testing?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3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contract captures what a consumer actually needs from a provider: the requests it sends and the responses it expects. Both sides are tested against that contract independently.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2377440" cy="1463040"/>
          </a:xfrm>
          <a:prstGeom prst="roundRect">
            <a:avLst>
              <a:gd name="adj" fmla="val 7500"/>
            </a:avLst>
          </a:prstGeom>
          <a:solidFill>
            <a:srgbClr val="F4F3FA"/>
          </a:solidFill>
          <a:ln w="12700">
            <a:solidFill>
              <a:srgbClr val="F4F3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423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test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8346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against a Pact mock server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83280" y="2286000"/>
            <a:ext cx="2377440" cy="1463040"/>
          </a:xfrm>
          <a:prstGeom prst="roundRect">
            <a:avLst>
              <a:gd name="adj" fmla="val 7500"/>
            </a:avLst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2423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contract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28346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JSON pact file, versioned and shared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2286000"/>
            <a:ext cx="2377440" cy="1463040"/>
          </a:xfrm>
          <a:prstGeom prst="roundRect">
            <a:avLst>
              <a:gd name="adj" fmla="val 7500"/>
            </a:avLst>
          </a:prstGeom>
          <a:solidFill>
            <a:srgbClr val="F4F3FA"/>
          </a:solidFill>
          <a:ln w="12700">
            <a:solidFill>
              <a:srgbClr val="F4F3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2423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verification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8346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is replayed against the real API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971800" y="3017520"/>
            <a:ext cx="365760" cy="0"/>
          </a:xfrm>
          <a:prstGeom prst="line">
            <a:avLst/>
          </a:prstGeom>
          <a:noFill/>
          <a:ln w="31750">
            <a:solidFill>
              <a:srgbClr val="6C4CF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806440" y="3017520"/>
            <a:ext cx="365760" cy="0"/>
          </a:xfrm>
          <a:prstGeom prst="line">
            <a:avLst/>
          </a:prstGeom>
          <a:noFill/>
          <a:ln w="31750">
            <a:solidFill>
              <a:srgbClr val="6C4CF1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548640" y="41148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C4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Consumer-driven: the consumer's needs shape the API, so providers know what is safe to change.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Pact works: four steps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874520" cy="2651760"/>
          </a:xfrm>
          <a:prstGeom prst="roundRect">
            <a:avLst>
              <a:gd name="adj" fmla="val 5854"/>
            </a:avLst>
          </a:prstGeom>
          <a:solidFill>
            <a:srgbClr val="2B2750"/>
          </a:solidFill>
          <a:ln w="12700">
            <a:solidFill>
              <a:srgbClr val="2B27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645920"/>
            <a:ext cx="548640" cy="548640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774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consumer test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01752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C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expected request and response with Pact's DSL.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606040" y="1463040"/>
            <a:ext cx="1874520" cy="2651760"/>
          </a:xfrm>
          <a:prstGeom prst="roundRect">
            <a:avLst>
              <a:gd name="adj" fmla="val 5854"/>
            </a:avLst>
          </a:prstGeom>
          <a:solidFill>
            <a:srgbClr val="2B2750"/>
          </a:solidFill>
          <a:ln w="12700">
            <a:solidFill>
              <a:srgbClr val="2B27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88920" y="1645920"/>
            <a:ext cx="548640" cy="548640"/>
          </a:xfrm>
          <a:prstGeom prst="ellipse">
            <a:avLst/>
          </a:prstGeom>
          <a:solidFill>
            <a:srgbClr val="19B6A4"/>
          </a:solidFill>
          <a:ln w="12700">
            <a:solidFill>
              <a:srgbClr val="19B6A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8892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788920" y="23774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the pact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788920" y="301752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C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the test records the interaction into a pact file.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1463040"/>
            <a:ext cx="1874520" cy="2651760"/>
          </a:xfrm>
          <a:prstGeom prst="roundRect">
            <a:avLst>
              <a:gd name="adj" fmla="val 5854"/>
            </a:avLst>
          </a:prstGeom>
          <a:solidFill>
            <a:srgbClr val="2B2750"/>
          </a:solidFill>
          <a:ln w="12700">
            <a:solidFill>
              <a:srgbClr val="2B27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6320" y="1645920"/>
            <a:ext cx="548640" cy="548640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4632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23774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via Pact Broker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301752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C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pact with the consumer's version and branch.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720840" y="1463040"/>
            <a:ext cx="1874520" cy="2651760"/>
          </a:xfrm>
          <a:prstGeom prst="roundRect">
            <a:avLst>
              <a:gd name="adj" fmla="val 5854"/>
            </a:avLst>
          </a:prstGeom>
          <a:solidFill>
            <a:srgbClr val="2B2750"/>
          </a:solidFill>
          <a:ln w="12700">
            <a:solidFill>
              <a:srgbClr val="2B27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03720" y="1645920"/>
            <a:ext cx="548640" cy="548640"/>
          </a:xfrm>
          <a:prstGeom prst="ellipse">
            <a:avLst/>
          </a:prstGeom>
          <a:solidFill>
            <a:srgbClr val="19B6A4"/>
          </a:solidFill>
          <a:ln w="12700">
            <a:solidFill>
              <a:srgbClr val="19B6A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0372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903720" y="23774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on provider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903720" y="301752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C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replays each request and checks the response.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9B6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verification fails, the build fails, before anything is deployed.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1: the consumer test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120640" cy="3383280"/>
          </a:xfrm>
          <a:prstGeom prst="roundRect">
            <a:avLst>
              <a:gd name="adj" fmla="val 3243"/>
            </a:avLst>
          </a:prstGeom>
          <a:solidFill>
            <a:srgbClr val="14122B"/>
          </a:solidFill>
          <a:ln w="12700">
            <a:solidFill>
              <a:srgbClr val="1412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4663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.given("there are orders")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.uponReceiving("a request for orders")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.withRequest({ method: "GET", path: "/orders" })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.willRespondWith({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status: 200,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body: eachLike({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id: 1,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items: eachLike({ name: "burger",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quantity: 2, value: 100 })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0" y="1280160"/>
            <a:ext cx="2651760" cy="777240"/>
          </a:xfrm>
          <a:prstGeom prst="roundRect">
            <a:avLst>
              <a:gd name="adj" fmla="val 14118"/>
            </a:avLst>
          </a:prstGeom>
          <a:solidFill>
            <a:srgbClr val="F4F3FA"/>
          </a:solidFill>
          <a:ln w="12700">
            <a:solidFill>
              <a:srgbClr val="F4F3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080760" y="13533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C4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080760" y="1664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state needed for the scenario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0" y="2148840"/>
            <a:ext cx="2651760" cy="777240"/>
          </a:xfrm>
          <a:prstGeom prst="roundRect">
            <a:avLst>
              <a:gd name="adj" fmla="val 14118"/>
            </a:avLst>
          </a:prstGeom>
          <a:solidFill>
            <a:srgbClr val="F4F3FA"/>
          </a:solidFill>
          <a:ln w="12700">
            <a:solidFill>
              <a:srgbClr val="F4F3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80760" y="22219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C4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withRequest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080760" y="25328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consumer will send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0" y="3017520"/>
            <a:ext cx="2651760" cy="777240"/>
          </a:xfrm>
          <a:prstGeom prst="roundRect">
            <a:avLst>
              <a:gd name="adj" fmla="val 14118"/>
            </a:avLst>
          </a:prstGeom>
          <a:solidFill>
            <a:srgbClr val="F4F3FA"/>
          </a:solidFill>
          <a:ln w="12700">
            <a:solidFill>
              <a:srgbClr val="F4F3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080760" y="30906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C4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willRespondWith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080760" y="34015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consumer relies 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0" y="3886200"/>
            <a:ext cx="2651760" cy="777240"/>
          </a:xfrm>
          <a:prstGeom prst="roundRect">
            <a:avLst>
              <a:gd name="adj" fmla="val 14118"/>
            </a:avLst>
          </a:prstGeom>
          <a:solidFill>
            <a:srgbClr val="F4F3FA"/>
          </a:solidFill>
          <a:ln w="12700">
            <a:solidFill>
              <a:srgbClr val="F4F3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80760" y="39593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C4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eachLike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080760" y="42702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the shape, not exact values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2: verify the provider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120640" cy="1828800"/>
          </a:xfrm>
          <a:prstGeom prst="roundRect">
            <a:avLst>
              <a:gd name="adj" fmla="val 6000"/>
            </a:avLst>
          </a:prstGeom>
          <a:solidFill>
            <a:srgbClr val="14122B"/>
          </a:solidFill>
          <a:ln w="12700">
            <a:solidFill>
              <a:srgbClr val="1412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Verifier({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provider: "GettingStartedOrderApi",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providerBaseUrl: "http://127.0.0.1:3000",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pactUrls: [pactFile],        // or a Pact Broker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publishVerificationResult: !!process.env.CI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}).verifyProvider();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3832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provider is started locally. Pact replays every consumer request and compares the actual response with the contract.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0" y="1280160"/>
            <a:ext cx="2651760" cy="3383280"/>
          </a:xfrm>
          <a:prstGeom prst="roundRect">
            <a:avLst>
              <a:gd name="adj" fmla="val 4138"/>
            </a:avLst>
          </a:prstGeom>
          <a:solidFill>
            <a:srgbClr val="F4F3FA"/>
          </a:solidFill>
          <a:ln w="12700">
            <a:solidFill>
              <a:srgbClr val="F4F3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126480" y="1417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get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874520"/>
            <a:ext cx="2286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name the exact interaction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mocks to hand-maintain on the provider side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states set up test data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Scaling up: Pact Broker and can-i-deploy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82880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CI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66160" y="118872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566160" y="118872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Pact Broker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766560" y="1371600"/>
            <a:ext cx="182880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66560" y="13716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CI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468880" y="1874520"/>
            <a:ext cx="1005840" cy="0"/>
          </a:xfrm>
          <a:prstGeom prst="line">
            <a:avLst/>
          </a:prstGeom>
          <a:noFill/>
          <a:ln w="31750">
            <a:solidFill>
              <a:srgbClr val="6C4CF1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675120" y="1874520"/>
            <a:ext cx="-1005840" cy="0"/>
          </a:xfrm>
          <a:prstGeom prst="line">
            <a:avLst/>
          </a:prstGeom>
          <a:noFill/>
          <a:ln w="31750">
            <a:solidFill>
              <a:srgbClr val="6C4CF1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2377440" y="15087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pact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577840" y="15087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+ verify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256032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154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C4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contracts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5661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pact and verification is tied to a git commit and branch.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91840" y="3017520"/>
            <a:ext cx="256032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74720" y="3154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C4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can-i-deploy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474720" y="35661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 check that answers: is this version safe to release to production?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35040" y="3017520"/>
            <a:ext cx="256032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17920" y="3154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C4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and WIP pacts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35661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consumer expectations never break the provider build unexpectedly.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Pact fits, and where it doesn't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931920" cy="3383280"/>
          </a:xfrm>
          <a:prstGeom prst="roundRect">
            <a:avLst>
              <a:gd name="adj" fmla="val 3243"/>
            </a:avLst>
          </a:prstGeom>
          <a:solidFill>
            <a:srgbClr val="F4F3FA"/>
          </a:solidFill>
          <a:ln w="12700">
            <a:solidFill>
              <a:srgbClr val="F4F3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9B6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2024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3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REST/HTTP APIs between microservices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3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or mobile apps calling backends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3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queues and events (async Pact)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3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deploying on independent schedules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663440" y="1280160"/>
            <a:ext cx="3931920" cy="3383280"/>
          </a:xfrm>
          <a:prstGeom prst="roundRect">
            <a:avLst>
              <a:gd name="adj" fmla="val 3243"/>
            </a:avLst>
          </a:prstGeom>
          <a:solidFill>
            <a:srgbClr val="F4F3FA"/>
          </a:solidFill>
          <a:ln w="12700">
            <a:solidFill>
              <a:srgbClr val="F4F3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replacement for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92024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3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tests of provider business logic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3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or load testing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3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UI testing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3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APIs with unknown consumers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started this week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8046720" cy="960120"/>
          </a:xfrm>
          <a:prstGeom prst="roundRect">
            <a:avLst>
              <a:gd name="adj" fmla="val 11429"/>
            </a:avLst>
          </a:prstGeom>
          <a:solidFill>
            <a:srgbClr val="2B2750"/>
          </a:solidFill>
          <a:ln w="12700">
            <a:solidFill>
              <a:srgbClr val="2B27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508760"/>
            <a:ext cx="594360" cy="594360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146304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5-minute guide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185623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C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test in the pact-5-minute-getting-started-guide repo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8046720" cy="960120"/>
          </a:xfrm>
          <a:prstGeom prst="roundRect">
            <a:avLst>
              <a:gd name="adj" fmla="val 11429"/>
            </a:avLst>
          </a:prstGeom>
          <a:solidFill>
            <a:srgbClr val="2B2750"/>
          </a:solidFill>
          <a:ln w="12700">
            <a:solidFill>
              <a:srgbClr val="2B27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606040"/>
            <a:ext cx="594360" cy="594360"/>
          </a:xfrm>
          <a:prstGeom prst="ellipse">
            <a:avLst/>
          </a:prstGeom>
          <a:solidFill>
            <a:srgbClr val="19B6A4"/>
          </a:solidFill>
          <a:ln w="12700">
            <a:solidFill>
              <a:srgbClr val="19B6A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606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645920" y="25603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critical integration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645920" y="295351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C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consumer test for the API call that hurts most when it breaks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520440"/>
            <a:ext cx="8046720" cy="960120"/>
          </a:xfrm>
          <a:prstGeom prst="roundRect">
            <a:avLst>
              <a:gd name="adj" fmla="val 11429"/>
            </a:avLst>
          </a:prstGeom>
          <a:solidFill>
            <a:srgbClr val="2B2750"/>
          </a:solidFill>
          <a:ln w="12700">
            <a:solidFill>
              <a:srgbClr val="2B27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703320"/>
            <a:ext cx="594360" cy="594360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703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365760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it into CI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405079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C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pacts to a Pact Broker and add can-i-deploy before release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9B6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docs.pact.io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Contract Testing with Pact</dc:title>
  <dc:subject>PptxGenJS Presentation</dc:subject>
  <dc:creator>PptxGenJS</dc:creator>
  <cp:lastModifiedBy>PptxGenJS</cp:lastModifiedBy>
  <cp:revision>1</cp:revision>
  <dcterms:created xsi:type="dcterms:W3CDTF">2026-10-10T15:10:04Z</dcterms:created>
  <dcterms:modified xsi:type="dcterms:W3CDTF">2026-10-10T15:10:04Z</dcterms:modified>
</cp:coreProperties>
</file>